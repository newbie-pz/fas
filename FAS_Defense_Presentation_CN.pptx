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ResNet18 的跨数据集虚假人脸检测实验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51560" y="1965960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Face Anti-Spoofing Baseline · Cross-Dataset Evaluation · Domain Generalization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788920"/>
            <a:ext cx="9966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按周汇报：Baseline → 跨域失败 → 泛化增强 → 消融与可视化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3977640"/>
            <a:ext cx="2560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源数据集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417320" y="4197096"/>
            <a:ext cx="25603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80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OULU-NPU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114800" y="3977640"/>
            <a:ext cx="2834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目标域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114800" y="4197096"/>
            <a:ext cx="2834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6B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CASIA / MSU / Replay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223760" y="3977640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方法数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223760" y="4197096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052560" y="3977640"/>
            <a:ext cx="2103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核心指标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052560" y="4197096"/>
            <a:ext cx="2103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80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AUC / EER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项目总体路线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按周推进实验，形成完整证据链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207008"/>
            <a:ext cx="64008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第一周  OULU-NPU 同域 Baseline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ResNet18 + Subject-disjoint + AUC/EER/ROC/混淆矩阵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第二周  跨数据集泛化测试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OULU → CASIA / MSU-MFSD / Replay-Attack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第三周  泛化增强探索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Strong / Appearance / MixStyle / Fourier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第四周  统一对比与消融式分析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五方法横向比较、宏平均、提升热力图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7543800" y="1417320"/>
            <a:ext cx="402336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主线不是单纯追求同域精度，而是验证并缓解跨数据集泛化退化。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所有跨域实验均为 Source-only：目标域不参与训练、微调或参数选择。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最终推荐依据为跨目标域一致性，而不是某一个目标域上的局部最优。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数据与防泄漏协议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Subject-disjoint 是实验可信性的前提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5166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数据集与角色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OULU-NPU       源域 / 同域测试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CASIA          目标域，仅测试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MSU-MFSD       目标域，仅测试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Replay-Attack  目标域，仅测试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3657600"/>
            <a:ext cx="5166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Subject 提取规则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OULU-NPU: 1_1_01_1_frame00000 → 01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MSU-MFSD: real_client026_... → client026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Replay:   client030_session... → client030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CASIA:    train/test 前缀 + 人物编号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51206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不做帧级随机划分，避免相邻帧同时进入训练和测试。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 Subject 的所有视频和帧只能属于一个集合。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 Subject-disjoint 70/15/15，不声称遵循官方 Protocol。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3886200"/>
            <a:ext cx="45720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Train Subjects ∩ Val Subjects  = ∅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Train Subjects ∩ Test Subjects = ∅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Val Subjects   ∩ Test Subjects = 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第一周：同域 Baseline 跑通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OULU-NPU → ResNet18 → OULU-NPU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2286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Accuracy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822960" y="1545336"/>
            <a:ext cx="22860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99.8161%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337560" y="1325880"/>
            <a:ext cx="2286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AUC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3337560" y="1545336"/>
            <a:ext cx="22860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80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99.9999%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52160" y="1325880"/>
            <a:ext cx="2103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EER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852160" y="1545336"/>
            <a:ext cx="2103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6B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0.0526%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0" y="1325880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错误样本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229600" y="1545336"/>
            <a:ext cx="16459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4937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混淆矩阵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 Pred Spoof   Pred Live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True Spoof      7609          21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True Live          0        3787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49377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第一周目标是建立可靠 Baseline，不是方法创新。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Subject-disjoint 后仍取得极高同域性能。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该结果不能直接说明模型具备跨数据集泛化能力。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第二周：跨数据集性能显著下降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 OULU 模型，目标域仅测试</a:t>
            </a:r>
            <a:endParaRPr lang="en-US" sz="950" dirty="0"/>
          </a:p>
        </p:txBody>
      </p:sp>
      <p:pic>
        <p:nvPicPr>
          <p:cNvPr id="4" name="Image 0" descr="/mnt/data/fas_artifacts/charts/week2_domain_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48640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234440"/>
            <a:ext cx="52578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跨域结果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目标域          Accuracy   AUC       EER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CASIA          28.0648%   23.4007%  69.8964%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MSU-MFSD       60.9356%   64.0805%  41.6813%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Replay-Attack  48.2725%   39.1893%  54.5629%</a:t>
            </a:r>
            <a:endParaRPr lang="en-US" sz="1070" dirty="0"/>
          </a:p>
        </p:txBody>
      </p:sp>
      <p:sp>
        <p:nvSpPr>
          <p:cNvPr id="6" name="Text 3"/>
          <p:cNvSpPr/>
          <p:nvPr/>
        </p:nvSpPr>
        <p:spPr>
          <a:xfrm>
            <a:off x="6400800" y="3886200"/>
            <a:ext cx="51663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诊断结论：源域内几乎满分，但迁移到未见数据集后 AUC 大幅下降、EER 明显升高，说明模型学习到较强的数据集相关 shortcut。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第二周分析：域偏移是核心问题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跨域失败为后续泛化增强提供动机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53035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摄像设备、光照环境、图像质量与压缩方式不同。
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攻击介质差异导致 spoof 纹理、反光、摩尔纹等线索不一致。
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预处理和人脸裁切可能引入数据集特有统计模式。
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CASIA 与 Replay-Attack 的 AUC 低于 0.5，提示预测分数排序可能出现反向倾向。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0" y="1280160"/>
            <a:ext cx="4389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实验问题转化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0" y="1874520"/>
            <a:ext cx="45720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如何在不使用目标域训练数据的前提下，削弱模型对 OULU-NPU 外观统计的依赖，并提升 CASIA / MSU-MFSD / Replay-Attack 上的 AUC 与 EER？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4160520"/>
            <a:ext cx="4572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第三周目标：保持模型骨干与评价协议不变，只改变训练阶段泛化机制。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第三周方法命名必须严谨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区分项目自定义配置与正式方法名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6984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报告名称                          性质 / 代码参数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Strong Data Augmentation          项目自定义强增强配置；augmentation=strong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Appearance Randomization          项目自定义外观随机化；augmentation=appearance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MixStyle                          已有正式方法名；method=mixstyle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Fourier Amplitude Augmentation    项目轻量频域实现；method=fourier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3327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Strong 与 Appearance 不是论文算法名，而是项目自定义实验策略。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Appearance Randomization 早期写作 Appearance Augmentation，二者对应同一代码配置。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Fourier 需要说明是轻量 amplitude augmentation，不包含完整频域 FAS 网络或额外损失。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Strong Data Augmentation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项目自定义强空间域/外观增强配置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943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主要算子与参数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RandomResizedCrop: scale=(0.80,1.00), ratio=(0.90,1.10)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ColorJitter: brightness/contrast/saturation=0.40, hue=0.10, p=0.80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RandomGrayscale: p=0.15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GaussianBlur: kernel_size=5, sigma=(0.1,2.0), p=0.30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RandomErasing: p=0.25, scale=(0.02,0.15)</a:t>
            </a:r>
            <a:endParaRPr lang="en-US" sz="1060" dirty="0"/>
          </a:p>
        </p:txBody>
      </p:sp>
      <p:sp>
        <p:nvSpPr>
          <p:cNvPr id="5" name="Text 3"/>
          <p:cNvSpPr/>
          <p:nvPr/>
        </p:nvSpPr>
        <p:spPr>
          <a:xfrm>
            <a:off x="7040880" y="1234440"/>
            <a:ext cx="43891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CASIA 三项指标明显改善。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MSU-MFSD 的 AUC/EER 未同步改善。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Replay-Attack 基本无改善。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结论：强增强不是稳定域泛化的充分条件。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0" y="3886200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CASIA AUC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040880" y="4105656"/>
            <a:ext cx="2468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80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23.40 → 41.93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0" y="3886200"/>
            <a:ext cx="14630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完整改善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9601200" y="4105656"/>
            <a:ext cx="1463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6B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1/3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Appearance Randomization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项目自定义外观/成像风格随机化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55778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相对 Strong 的关键差异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删除 RandomResizedCrop：避免破坏完整人脸区域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删除 RandomErasing：避免破坏 FAS 细粒度纹理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保留 ColorJitter / Grayscale：随机化颜色与灰度统计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加入 Autocontrast / Sharpness：模拟成像风格与清晰度差异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20840" y="1234440"/>
            <a:ext cx="46634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Replay-Attack 上 Accuracy/AUC/EER 同时改善。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CASIA 有改善但不如 Strong。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MSU-MFSD 三项指标退化。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结论：外观随机化覆盖部分域偏移，但不能稳定覆盖全部目标域。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20840" y="3886200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Replay AUC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6720840" y="4105656"/>
            <a:ext cx="2468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80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39.19 → 46.50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72600" y="3886200"/>
            <a:ext cx="14630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完整改善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9372600" y="4105656"/>
            <a:ext cx="1463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6B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2/3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MixStyle：特征统计层面的域泛化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ResNet18 浅层特征中混合均值和标准差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51663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接入结构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conv1 → bn1 → relu → maxpool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layer1 → MixStyle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layer2 → MixStyle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layer3 → layer4 → avgpool → fc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参数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p=0.5, alpha=0.1, lambda ~ Beta(0.1,0.1)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417320"/>
            <a:ext cx="51206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训练阶段生效，验证和测试阶段关闭。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CASIA 与 Replay-Attack 完整改善。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MSU-MFSD 上 AUC 下降、EER 上升。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说明浅层统计混合能缓解部分风格偏移，但稳定性仍不足。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Fourier Amplitude Augmentation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同类别低频幅度谱混合，保留源样本相位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8521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算法流程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1. 反 ImageNet Normalize 到 [0,1]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2. 2D FFT，分离 amplitude 与 phase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3. fftshift 后定位中心低频区域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4. 仅同类别 donor：Live↔Live，Spoof↔Spoof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5. 混合低频 amplitude，保留源样本 phase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6. IFFT 后重新 Normalize，再输入 ResNet18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49440" y="1188720"/>
            <a:ext cx="4297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参数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fourier_p = 0.5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fourier_max_lambda = 0.35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fourier_low_freq_ratio = 0.10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mixing = same-class 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0" y="3383280"/>
            <a:ext cx="43891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设计动机：低频幅度更关联亮度、颜色、设备成像风格；相位更多保留空间结构。该方法针对域相关外观统计进行扰动，同时尽量保留真假判别内容。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第四周：五方法跨域 AUC / EER 对比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跨域评价更应关注排序能力和错误率</a:t>
            </a:r>
            <a:endParaRPr lang="en-US" sz="950" dirty="0"/>
          </a:p>
        </p:txBody>
      </p:sp>
      <p:pic>
        <p:nvPicPr>
          <p:cNvPr id="4" name="Image 0" descr="/mnt/data/fas_artifacts/charts/auc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5577840" cy="3063240"/>
          </a:xfrm>
          <a:prstGeom prst="rect">
            <a:avLst/>
          </a:prstGeom>
        </p:spPr>
      </p:pic>
      <p:pic>
        <p:nvPicPr>
          <p:cNvPr id="5" name="Image 1" descr="/mnt/data/fas_artifacts/charts/eer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43000"/>
            <a:ext cx="5394960" cy="3063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观察：Strong 在 CASIA 上局部最优；Fourier 在 MSU-MFSD 和 Replay-Attack 上最优，并且是三域一致改善的唯一方案。</a:t>
            </a:r>
            <a:endParaRPr lang="en-US" sz="1420" dirty="0"/>
          </a:p>
        </p:txBody>
      </p:sp>
      <p:sp>
        <p:nvSpPr>
          <p:cNvPr id="7" name="Text 3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宏平均与一致性判断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避免只挑单个目标域上的最好结果</a:t>
            </a:r>
            <a:endParaRPr lang="en-US" sz="950" dirty="0"/>
          </a:p>
        </p:txBody>
      </p:sp>
      <p:pic>
        <p:nvPicPr>
          <p:cNvPr id="4" name="Image 0" descr="/mnt/data/fas_artifacts/charts/macro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66928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7960" y="1234440"/>
            <a:ext cx="46634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方法        平均AUC    平均EER   完整改善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Baseline    42.2235%   55.3802%  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Strong      46.9866%   50.7384%  1/3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Appearance  47.1715%   51.7376%  2/3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MixStyle    46.5625%   52.2578%  2/3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Fourier     53.7558%   48.4219%  3/3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37960" y="4023360"/>
            <a:ext cx="4663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结论：Strong 的平均 Accuracy 最高，但 Fourier 的平均 AUC 最高、平均 EER 最低，并且完整改善数为 3/3。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为什么最终推荐 Fourier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三域一致改善是最关键证据</a:t>
            </a:r>
            <a:endParaRPr lang="en-US" sz="950" dirty="0"/>
          </a:p>
        </p:txBody>
      </p:sp>
      <p:pic>
        <p:nvPicPr>
          <p:cNvPr id="4" name="Image 0" descr="/mnt/data/fas_artifacts/charts/fourier_g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669280" cy="3063240"/>
          </a:xfrm>
          <a:prstGeom prst="rect">
            <a:avLst/>
          </a:prstGeom>
        </p:spPr>
      </p:pic>
      <p:pic>
        <p:nvPicPr>
          <p:cNvPr id="5" name="Image 1" descr="/mnt/data/fas_artifacts/charts/improvement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15568"/>
            <a:ext cx="4572000" cy="3246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4754880"/>
            <a:ext cx="102412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Fourier 相对 Baseline 在 CASIA、MSU-MFSD、Replay-Attack 上均满足：Accuracy↑、AUC↑、EER↓。这说明它的收益不依赖单一目标域。</a:t>
            </a:r>
            <a:endParaRPr lang="en-US" sz="1420" dirty="0"/>
          </a:p>
        </p:txBody>
      </p:sp>
      <p:sp>
        <p:nvSpPr>
          <p:cNvPr id="7" name="Text 3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最终结论与边界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稳定改善不等于彻底解决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53035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第一周：ResNet18 在 OULU-NPU 同域几乎满分。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第二周：迁移到 CASIA、MSU-MFSD、Replay-Attack 后性能显著下降。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第三周：Strong、Appearance、MixStyle 均只能改善部分目标域。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第四周：Fourier 是唯一三域完整改善的方法，平均 AUC 最高、平均 EER 最低。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86B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必须保留的限制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0" y="1828800"/>
            <a:ext cx="4937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CASIA 上 Fourier 的绝对 AUC 仍低于 0.5。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当前是单源域训练，没有使用多源域或目标域无监督适应。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Fourier 是轻量幅度扰动实现，不是完整频域 FAS 网络。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4251960"/>
            <a:ext cx="4754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推荐表述：频域幅度增强能够稳定改善跨数据集泛化，但尚未彻底解决 FAS 跨域泛化问题。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仓库与实验产物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代码、报告、图表和结果表已形成可复现实验档案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5212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关键文档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README.md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EXPERIMENT_RESULTS.md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METHOD_IMPLEMENTATION.md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WEEK3_FINAL_REPORT.md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WEEK4_REPORT.md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outputs_week4/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答辩主线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0" y="1874520"/>
            <a:ext cx="45720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 很强 → 跨域失败 → 域偏移诊断 → 泛化增强探索 → Fourier 三域一致改善 → 局限性与未来工作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80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24160" y="6565392"/>
            <a:ext cx="12801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 实验答辩  ·  16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ResNet18 的跨数据集虚假人脸检测实验</dc:title>
  <dc:subject>FAS 实验答辩</dc:subject>
  <dc:creator>OpenAI</dc:creator>
  <cp:lastModifiedBy>OpenAI</cp:lastModifiedBy>
  <cp:revision>1</cp:revision>
  <dcterms:created xsi:type="dcterms:W3CDTF">2026-09-15T02:49:10Z</dcterms:created>
  <dcterms:modified xsi:type="dcterms:W3CDTF">2026-09-15T02:49:10Z</dcterms:modified>
</cp:coreProperties>
</file>